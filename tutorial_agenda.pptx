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8A9E5-510C-4D40-B3D8-9442D9D9D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D7BFA-1C54-454B-B039-B8388EEA2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325FC-4710-43D0-87DA-933F4C5C6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5ADD-0F02-4179-AD26-8F8ABE8F6E5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D4BF2-9183-4B2A-B0EA-240C3DE5C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54399-180C-45CE-A9BC-248F8CDB1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54538-8FC4-4FFD-9293-068B2C58B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32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63007-326A-4781-8768-DD88A1DEE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A6C2D-69AE-4376-8757-00789DE72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190B5-344A-45CF-9439-E89AE19B4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5ADD-0F02-4179-AD26-8F8ABE8F6E5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81B40-BBB3-4AA8-ADDC-7A14D6EA1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E32ED-404C-4955-AEE4-B91072DE9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54538-8FC4-4FFD-9293-068B2C58B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96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ECDEF-D643-4CA3-83CD-A291A022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326A3-456D-446F-9122-30B4E02E8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BA2FE-18E1-42D2-8485-BCB7E75C8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5ADD-0F02-4179-AD26-8F8ABE8F6E5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FECFD-B137-4DC5-8001-F6E19A0E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5C1BD-4A0A-451F-9A5C-3AA54ADC2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54538-8FC4-4FFD-9293-068B2C58B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2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97FEA-86AE-456C-AFFE-506FB33E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179CE-28EF-4CBE-B4A4-C51EFA827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84A013-93C8-4323-AB4F-57F133945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238D07-22B7-492C-8E73-AFCA1249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5ADD-0F02-4179-AD26-8F8ABE8F6E5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E8FCA-008F-4FC4-9758-3DECD840F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8C6F-17CB-44C0-9AA3-CB9153302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54538-8FC4-4FFD-9293-068B2C58B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4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23EB4-47F4-436D-AA82-D33FEA0B8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6B2DE-4759-4284-8F0A-5EA146CA5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1E4AB-444A-4EAF-8F7B-CBC3C84EE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46AD7-5FD2-4E73-88F9-9ECB23753D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2C9F29-67B7-4275-A6C2-383BDE2677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BC7D93-271D-486C-BCF1-866CB358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5ADD-0F02-4179-AD26-8F8ABE8F6E5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2B04DA-61E9-4544-9EF9-0D906F8E7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BBF99E-F5C0-4AC7-98A5-FB69815C2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54538-8FC4-4FFD-9293-068B2C58B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37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F9B77-AC8D-4085-A481-BF81D82DF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51D5C3-8464-4901-966C-8825CC284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5ADD-0F02-4179-AD26-8F8ABE8F6E5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11254-A5D4-4BF5-8FF5-761917184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830CE-1CEA-412A-88F2-C87C98E9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54538-8FC4-4FFD-9293-068B2C58B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0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F2F96F-6B8B-496C-9BFE-FF719ACA0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5ADD-0F02-4179-AD26-8F8ABE8F6E5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223963-8AED-4C75-B51D-5D25BEA87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525E4-E622-4133-A942-29D06DE71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54538-8FC4-4FFD-9293-068B2C58B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31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C1A6C-4AD0-4D6A-B249-339855FCA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49CBB-2604-4510-B760-1FB31FCF4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E0754-6A25-4E4D-83CC-A6185906C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DD35D-C881-4D70-A2E0-49B3FD21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5ADD-0F02-4179-AD26-8F8ABE8F6E5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2A8E1-09B6-4A3B-B148-54616EFA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67324-9ED7-463B-B01E-2AF7C937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54538-8FC4-4FFD-9293-068B2C58B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15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D6D0-10AD-40A4-8DA8-133B83B41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B18E2A-27A4-4F8F-A86E-F55A3985B7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B7A0B-4E39-4CF7-855D-CD3CDDAFF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EDB68-B3AB-417F-A590-2EF33399C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5ADD-0F02-4179-AD26-8F8ABE8F6E5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1D4F2-3860-4D5C-94E2-12D47B23C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81B4D-76C6-4AEE-B2D3-99BFCBE2B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54538-8FC4-4FFD-9293-068B2C58B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76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5DFFC-EFE6-4041-A56B-24A91DDE6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CB1EC-E90D-49F4-B189-BBEE33EA2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FACD0-AC09-416F-A1D7-334C3C156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5ADD-0F02-4179-AD26-8F8ABE8F6E5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49238-79CB-4D05-998A-B42753AF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9B8A2-D9D2-48AC-9A64-CFF451B2B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54538-8FC4-4FFD-9293-068B2C58B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22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C129B4-1B67-496A-B07A-B4DF46E89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3498E-6447-4EB7-88D5-6E8AF5F1C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1310B-6EEF-434F-B9C7-3C5794F91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5ADD-0F02-4179-AD26-8F8ABE8F6E5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AF8C1-9A4A-40F6-85FE-8E9D19C3A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4C8FA-FEB4-4B97-A1CB-44764CD5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54538-8FC4-4FFD-9293-068B2C58B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57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D3D52B-8089-489A-8539-9948C5770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F6AE9-94FA-4939-91EA-E899137A4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B36C1-A852-46F1-AE00-2374E1388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135ADD-0F02-4179-AD26-8F8ABE8F6E5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1B789-657D-48DA-8A52-47C746381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9B7D8-9D7B-43CC-9520-FA3535882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54538-8FC4-4FFD-9293-068B2C58B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69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cs" TargetMode="External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-scm.com/book/en/v2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github.com/Microsoft/SEA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CA2E-06E0-49C6-A211-841C49C771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Great at Git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67F8D-3C02-440D-94B1-F65E39A0B9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Git Tutorial</a:t>
            </a:r>
          </a:p>
        </p:txBody>
      </p:sp>
    </p:spTree>
    <p:extLst>
      <p:ext uri="{BB962C8B-B14F-4D97-AF65-F5344CB8AC3E}">
        <p14:creationId xmlns:p14="http://schemas.microsoft.com/office/powerpoint/2010/main" val="3646588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D681E-6660-4110-892E-5DA83213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068D0-759A-4570-987C-0D70626FA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 is a </a:t>
            </a:r>
            <a:r>
              <a:rPr lang="en-US" i="1" dirty="0" err="1"/>
              <a:t>version|source|revision</a:t>
            </a:r>
            <a:r>
              <a:rPr lang="en-US" i="1" dirty="0"/>
              <a:t> control</a:t>
            </a:r>
            <a:r>
              <a:rPr lang="en-US" dirty="0"/>
              <a:t> system</a:t>
            </a:r>
          </a:p>
          <a:p>
            <a:r>
              <a:rPr lang="en-US" dirty="0"/>
              <a:t>Created by Linus Torvalds (of course)</a:t>
            </a:r>
          </a:p>
          <a:p>
            <a:r>
              <a:rPr lang="en-US" dirty="0"/>
              <a:t>Such systems keep track of changes in text/data (often code)</a:t>
            </a:r>
          </a:p>
          <a:p>
            <a:r>
              <a:rPr lang="en-US" dirty="0"/>
              <a:t>Other systems exist but Git is the most popular</a:t>
            </a:r>
          </a:p>
          <a:p>
            <a:r>
              <a:rPr lang="en-US" dirty="0"/>
              <a:t>Official website: </a:t>
            </a:r>
            <a:r>
              <a:rPr lang="en-US" dirty="0">
                <a:hlinkClick r:id="rId2"/>
              </a:rPr>
              <a:t>https://git-scm.com/</a:t>
            </a:r>
            <a:endParaRPr lang="en-US" dirty="0"/>
          </a:p>
          <a:p>
            <a:r>
              <a:rPr lang="en-US" dirty="0"/>
              <a:t>Reference manual: </a:t>
            </a:r>
            <a:r>
              <a:rPr lang="en-US" dirty="0">
                <a:hlinkClick r:id="rId3"/>
              </a:rPr>
              <a:t>https://git-scm.com/docs</a:t>
            </a:r>
            <a:r>
              <a:rPr lang="en-US" dirty="0"/>
              <a:t> </a:t>
            </a:r>
          </a:p>
          <a:p>
            <a:r>
              <a:rPr lang="en-US" dirty="0"/>
              <a:t>Book: </a:t>
            </a:r>
            <a:r>
              <a:rPr lang="en-US" dirty="0">
                <a:hlinkClick r:id="rId4"/>
              </a:rPr>
              <a:t>https://git-scm.com/book/en/v2</a:t>
            </a:r>
            <a:r>
              <a:rPr lang="en-US" dirty="0"/>
              <a:t> (a short book)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840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BDF9E-A8F4-4ECE-8A5D-BD23212C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GitHub?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3E26A-95AA-4DC2-A792-04A2EBBC1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GitHub.com is a website owned by Microsoft</a:t>
            </a:r>
          </a:p>
          <a:p>
            <a:r>
              <a:rPr lang="en-US" dirty="0"/>
              <a:t>Hosts git repositories</a:t>
            </a:r>
          </a:p>
          <a:p>
            <a:r>
              <a:rPr lang="en-US" dirty="0"/>
              <a:t>Helps users connect with projects</a:t>
            </a:r>
          </a:p>
          <a:p>
            <a:pPr lvl="1"/>
            <a:r>
              <a:rPr lang="en-US" dirty="0"/>
              <a:t>Helps you manage permissions to your projects (who can see the code, </a:t>
            </a:r>
            <a:r>
              <a:rPr lang="en-US" dirty="0" err="1"/>
              <a:t>modify|contribute</a:t>
            </a:r>
            <a:r>
              <a:rPr lang="en-US" dirty="0"/>
              <a:t> to it, etc.)</a:t>
            </a:r>
          </a:p>
          <a:p>
            <a:pPr lvl="1"/>
            <a:r>
              <a:rPr lang="en-US" dirty="0"/>
              <a:t>Users can post issues and do </a:t>
            </a:r>
            <a:r>
              <a:rPr lang="en-US" i="1" dirty="0"/>
              <a:t>pull requests (PRs)</a:t>
            </a:r>
          </a:p>
          <a:p>
            <a:pPr lvl="1"/>
            <a:r>
              <a:rPr lang="en-US" dirty="0"/>
              <a:t>Renders README.md on project page (e.g. </a:t>
            </a:r>
            <a:r>
              <a:rPr lang="en-US" dirty="0">
                <a:hlinkClick r:id="rId2"/>
              </a:rPr>
              <a:t>http://github.com/Microsoft/SEAL</a:t>
            </a:r>
            <a:r>
              <a:rPr lang="en-US" dirty="0"/>
              <a:t>) </a:t>
            </a:r>
          </a:p>
          <a:p>
            <a:r>
              <a:rPr lang="en-US" dirty="0"/>
              <a:t>Other similar services exist too, like GitLab</a:t>
            </a:r>
          </a:p>
          <a:p>
            <a:r>
              <a:rPr lang="en-US" dirty="0"/>
              <a:t>Projects can be public or private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712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2E7A7-5A35-4AD3-B298-01E9C86B5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Git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F69EC-B161-4535-A666-57D30C519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Git can be a bit hard to learn</a:t>
            </a:r>
          </a:p>
          <a:p>
            <a:r>
              <a:rPr lang="en-US" dirty="0"/>
              <a:t>Reasons:</a:t>
            </a:r>
          </a:p>
          <a:p>
            <a:pPr lvl="1"/>
            <a:r>
              <a:rPr lang="en-US" dirty="0"/>
              <a:t>Lots of confused information is available</a:t>
            </a:r>
          </a:p>
          <a:p>
            <a:pPr lvl="1"/>
            <a:r>
              <a:rPr lang="en-US" dirty="0"/>
              <a:t>Most users don’t spend any time reading the manual and have a poor understanding of how Git works beyond absolute basics</a:t>
            </a:r>
          </a:p>
          <a:p>
            <a:pPr lvl="1"/>
            <a:r>
              <a:rPr lang="en-US" dirty="0"/>
              <a:t>Git is a very flexible and can do a lot but this brings some complexity</a:t>
            </a:r>
          </a:p>
          <a:p>
            <a:pPr lvl="1"/>
            <a:r>
              <a:rPr lang="en-US" dirty="0"/>
              <a:t>Git manual and </a:t>
            </a:r>
            <a:r>
              <a:rPr lang="en-US" dirty="0" err="1"/>
              <a:t>StackOverflow</a:t>
            </a:r>
            <a:r>
              <a:rPr lang="en-US" dirty="0"/>
              <a:t> posts etc. use technical git terminology which many on SO can’t explain properly and even the official manual might not explain well</a:t>
            </a:r>
          </a:p>
        </p:txBody>
      </p:sp>
    </p:spTree>
    <p:extLst>
      <p:ext uri="{BB962C8B-B14F-4D97-AF65-F5344CB8AC3E}">
        <p14:creationId xmlns:p14="http://schemas.microsoft.com/office/powerpoint/2010/main" val="3544051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CE7C2-E0F8-4749-B3DF-76B17564D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Git good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007A7-0C31-43A4-BB97-BA4C369E4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for collaboration on text documents (code)</a:t>
            </a:r>
          </a:p>
          <a:p>
            <a:pPr lvl="1"/>
            <a:r>
              <a:rPr lang="en-US" dirty="0"/>
              <a:t>Reason: changes are very easy to </a:t>
            </a:r>
            <a:r>
              <a:rPr lang="en-US" dirty="0" err="1"/>
              <a:t>track|merge</a:t>
            </a:r>
            <a:r>
              <a:rPr lang="en-US" dirty="0"/>
              <a:t> with Git when data is text data (e.g. you can see clearly how various lines have been changed)</a:t>
            </a:r>
          </a:p>
          <a:p>
            <a:r>
              <a:rPr lang="en-US" dirty="0"/>
              <a:t>Less good when collaborating on binary data (like images, MS Word documents, Excel documents, video, sound, …)</a:t>
            </a:r>
          </a:p>
          <a:p>
            <a:pPr lvl="1"/>
            <a:r>
              <a:rPr lang="en-US" dirty="0"/>
              <a:t>Reason: it’s not possible to “merge” changes to such files because they save binary data; not possible to say that specific lines have changed in some way</a:t>
            </a:r>
          </a:p>
          <a:p>
            <a:pPr lvl="1"/>
            <a:r>
              <a:rPr lang="en-US" dirty="0"/>
              <a:t>Still, Git can show that the file has changed and can help you revert back to a previous version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985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CE2F-C8E9-4ABD-BDD0-0B91CEA8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749BD-C861-4F82-AB51-0B35D4B13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Windows: download Git for Windows from </a:t>
            </a:r>
            <a:r>
              <a:rPr lang="en-US" dirty="0">
                <a:hlinkClick r:id="rId2"/>
              </a:rPr>
              <a:t>https://git-scm.com/</a:t>
            </a:r>
            <a:endParaRPr lang="en-US" dirty="0"/>
          </a:p>
          <a:p>
            <a:pPr lvl="1"/>
            <a:r>
              <a:rPr lang="en-US" dirty="0"/>
              <a:t>When installing, default options are mostly good</a:t>
            </a:r>
          </a:p>
          <a:p>
            <a:pPr lvl="1"/>
            <a:r>
              <a:rPr lang="en-US" dirty="0"/>
              <a:t>I highly recommend using Git on Bash when that question comes up</a:t>
            </a:r>
          </a:p>
          <a:p>
            <a:pPr lvl="1"/>
            <a:r>
              <a:rPr lang="en-US" dirty="0"/>
              <a:t>Recommendation: push LF line endings and convert to CR-LF when pulling</a:t>
            </a:r>
          </a:p>
          <a:p>
            <a:r>
              <a:rPr lang="en-US" dirty="0"/>
              <a:t>For Linux/OS X installing Git with a package manager may be best</a:t>
            </a:r>
          </a:p>
          <a:p>
            <a:r>
              <a:rPr lang="en-US" dirty="0"/>
              <a:t>To check that Git works, type in terminal: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git --version</a:t>
            </a:r>
          </a:p>
          <a:p>
            <a:r>
              <a:rPr lang="en-US" dirty="0"/>
              <a:t>To get started, go to </a:t>
            </a:r>
            <a:r>
              <a:rPr lang="en-US" dirty="0">
                <a:hlinkClick r:id="rId3"/>
              </a:rPr>
              <a:t>https://GitHub.com</a:t>
            </a:r>
            <a:r>
              <a:rPr lang="en-US" dirty="0"/>
              <a:t> and create an account</a:t>
            </a:r>
          </a:p>
          <a:p>
            <a:pPr lvl="1"/>
            <a:r>
              <a:rPr lang="en-US" dirty="0"/>
              <a:t>Previously only users with paid subscription can create private projects (visible only to designated GitHub users) but I believe this has now changed</a:t>
            </a:r>
          </a:p>
          <a:p>
            <a:pPr lvl="1"/>
            <a:r>
              <a:rPr lang="en-US" dirty="0"/>
              <a:t>Paid subscription is very inexpensive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842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4102-2499-430A-AD8D-77534307A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56861-F99A-4832-87B0-926E273E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49495" cy="4351338"/>
          </a:xfrm>
        </p:spPr>
        <p:txBody>
          <a:bodyPr/>
          <a:lstStyle/>
          <a:p>
            <a:r>
              <a:rPr lang="en-US" dirty="0"/>
              <a:t>Creating a GitHub repository</a:t>
            </a:r>
          </a:p>
          <a:p>
            <a:r>
              <a:rPr lang="en-US" dirty="0"/>
              <a:t>Basic commands: clone, add, commit, pull, push, status, log, show, diff</a:t>
            </a:r>
          </a:p>
          <a:p>
            <a:r>
              <a:rPr lang="en-US" dirty="0"/>
              <a:t>Merging non-conflicting commits</a:t>
            </a:r>
          </a:p>
          <a:p>
            <a:r>
              <a:rPr lang="en-US" dirty="0"/>
              <a:t>.</a:t>
            </a:r>
            <a:r>
              <a:rPr lang="en-US" dirty="0" err="1"/>
              <a:t>gitignore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058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4102-2499-430A-AD8D-77534307A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56861-F99A-4832-87B0-926E273E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directory (working tree), index, commits</a:t>
            </a:r>
          </a:p>
          <a:p>
            <a:r>
              <a:rPr lang="en-US" dirty="0"/>
              <a:t>Branches</a:t>
            </a:r>
          </a:p>
          <a:p>
            <a:r>
              <a:rPr lang="en-US" dirty="0"/>
              <a:t>HEAD</a:t>
            </a:r>
          </a:p>
          <a:p>
            <a:r>
              <a:rPr lang="en-US" dirty="0"/>
              <a:t>More commands: checkout, reset</a:t>
            </a:r>
          </a:p>
          <a:p>
            <a:r>
              <a:rPr lang="en-US" dirty="0"/>
              <a:t>Security issue: secrets in old commits; checkout --orphan</a:t>
            </a:r>
          </a:p>
          <a:p>
            <a:r>
              <a:rPr lang="en-US" dirty="0"/>
              <a:t>Detached HEAD</a:t>
            </a:r>
          </a:p>
          <a:p>
            <a:r>
              <a:rPr lang="en-US" dirty="0"/>
              <a:t>Merging conflicting commits</a:t>
            </a:r>
          </a:p>
          <a:p>
            <a:r>
              <a:rPr lang="en-US" dirty="0"/>
              <a:t>More commands: cherry-pick and rebase</a:t>
            </a:r>
          </a:p>
        </p:txBody>
      </p:sp>
    </p:spTree>
    <p:extLst>
      <p:ext uri="{BB962C8B-B14F-4D97-AF65-F5344CB8AC3E}">
        <p14:creationId xmlns:p14="http://schemas.microsoft.com/office/powerpoint/2010/main" val="3175380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4102-2499-430A-AD8D-77534307A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III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56861-F99A-4832-87B0-926E273E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75175"/>
          </a:xfrm>
        </p:spPr>
        <p:txBody>
          <a:bodyPr>
            <a:normAutofit/>
          </a:bodyPr>
          <a:lstStyle/>
          <a:p>
            <a:r>
              <a:rPr lang="en-US" dirty="0"/>
              <a:t>Bare repositories</a:t>
            </a:r>
          </a:p>
          <a:p>
            <a:r>
              <a:rPr lang="en-US" dirty="0"/>
              <a:t>Local branches, remote branches</a:t>
            </a:r>
          </a:p>
          <a:p>
            <a:r>
              <a:rPr lang="en-US" dirty="0"/>
              <a:t>Remote tracking branches, (local) tracking branches</a:t>
            </a:r>
          </a:p>
          <a:p>
            <a:r>
              <a:rPr lang="en-US" dirty="0"/>
              <a:t>.git/config and .git/refs</a:t>
            </a:r>
          </a:p>
          <a:p>
            <a:r>
              <a:rPr lang="en-US" dirty="0" err="1"/>
              <a:t>Refspec</a:t>
            </a:r>
            <a:endParaRPr lang="en-US" dirty="0"/>
          </a:p>
          <a:p>
            <a:r>
              <a:rPr lang="en-US" dirty="0"/>
              <a:t>Setting up tracking branches</a:t>
            </a:r>
          </a:p>
          <a:p>
            <a:r>
              <a:rPr lang="en-US" dirty="0"/>
              <a:t>Remotes</a:t>
            </a:r>
          </a:p>
          <a:p>
            <a:r>
              <a:rPr lang="en-US" dirty="0"/>
              <a:t>Pull requests</a:t>
            </a:r>
          </a:p>
          <a:p>
            <a:r>
              <a:rPr lang="en-US" dirty="0"/>
              <a:t>Example: SEAL development workflow</a:t>
            </a:r>
          </a:p>
        </p:txBody>
      </p:sp>
    </p:spTree>
    <p:extLst>
      <p:ext uri="{BB962C8B-B14F-4D97-AF65-F5344CB8AC3E}">
        <p14:creationId xmlns:p14="http://schemas.microsoft.com/office/powerpoint/2010/main" val="523330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1152</TotalTime>
  <Words>613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Office Theme</vt:lpstr>
      <vt:lpstr>Great at Git</vt:lpstr>
      <vt:lpstr>What is Git?</vt:lpstr>
      <vt:lpstr>What is GitHub?</vt:lpstr>
      <vt:lpstr>Learning Git </vt:lpstr>
      <vt:lpstr>What is Git good for?</vt:lpstr>
      <vt:lpstr>Getting started</vt:lpstr>
      <vt:lpstr>Part I</vt:lpstr>
      <vt:lpstr>Part II</vt:lpstr>
      <vt:lpstr>Part III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 Laine</dc:creator>
  <cp:lastModifiedBy>Kim Laine</cp:lastModifiedBy>
  <cp:revision>9</cp:revision>
  <dcterms:created xsi:type="dcterms:W3CDTF">2019-07-02T05:43:42Z</dcterms:created>
  <dcterms:modified xsi:type="dcterms:W3CDTF">2019-07-03T17:49:01Z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kilai@microsoft.com</vt:lpwstr>
  </property>
  <property fmtid="{D5CDD505-2E9C-101B-9397-08002B2CF9AE}" pid="5" name="MSIP_Label_f42aa342-8706-4288-bd11-ebb85995028c_SetDate">
    <vt:lpwstr>2019-07-02T05:44:09.1496642Z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c6ff24a5-b9bf-4c86-88f5-2f563933e4d2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